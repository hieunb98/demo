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Table 2" id="2"/>
          <p:cNvGraphicFramePr>
            <a:graphicFrameLocks noGrp="true"/>
          </p:cNvGraphicFramePr>
          <p:nvPr/>
        </p:nvGraphicFramePr>
        <p:xfrm>
          <a:off x="508000" y="762000"/>
          <a:ext cx="8128000" cy="3175000"/>
        </p:xfrm>
        <a:graphic>
          <a:graphicData uri="http://schemas.openxmlformats.org/drawingml/2006/table">
            <a:tbl>
              <a:tblPr/>
              <a:tblGrid>
                <a:gridCol w="1270000"/>
                <a:gridCol w="1270000"/>
                <a:gridCol w="1270000"/>
                <a:gridCol w="1270000"/>
                <a:gridCol w="1270000"/>
                <a:gridCol w="1270000"/>
              </a:tblGrid>
              <a:tr h="381000"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/>
                        <a:t>Title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6EBF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/>
                        <a:t>Client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6EBF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/>
                        <a:t>Price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6EBF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/>
                        <a:t>Start Date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6EBF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/>
                        <a:t>Deadline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6EBF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/>
                        <a:t>Status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6EBF5"/>
                    </a:solidFill>
                  </a:tcPr>
                </a:tc>
              </a:tr>
              <a:tr h="317500"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/>
                        <a:t>CRM Automation Testing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/>
                        <a:t>Acme Corp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/>
                        <a:t>$5,000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/>
                        <a:t>2026-09-01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/>
                        <a:t>2026-09-30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/>
                        <a:t>Open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17500"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/>
                        <a:t>E-Commerce Redesign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/>
                        <a:t>Global Trade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/>
                        <a:t>$12,500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/>
                        <a:t>2026-08-15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/>
                        <a:t>2026-10-15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/>
                        <a:t>In Progress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17500"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/>
                        <a:t>Mobile App Migration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/>
                        <a:t>Beta Soft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/>
                        <a:t>$8,200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/>
                        <a:t>2026-09-10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/>
                        <a:t>2026-11-20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/>
                        <a:t>Completed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